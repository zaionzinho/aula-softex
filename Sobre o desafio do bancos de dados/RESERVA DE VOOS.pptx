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Gagalin" charset="1" panose="00000500000000000000"/>
      <p:regular r:id="rId11"/>
    </p:embeddedFont>
    <p:embeddedFont>
      <p:font typeface="Codec Pro" charset="1" panose="000005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58161" y="6172200"/>
            <a:ext cx="4870739" cy="4114800"/>
          </a:xfrm>
          <a:custGeom>
            <a:avLst/>
            <a:gdLst/>
            <a:ahLst/>
            <a:cxnLst/>
            <a:rect r="r" b="b" t="t" l="l"/>
            <a:pathLst>
              <a:path h="4114800" w="4870739">
                <a:moveTo>
                  <a:pt x="0" y="0"/>
                </a:moveTo>
                <a:lnTo>
                  <a:pt x="4870739" y="0"/>
                </a:lnTo>
                <a:lnTo>
                  <a:pt x="48707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2056012" y="-3698331"/>
            <a:ext cx="9569302" cy="8229600"/>
          </a:xfrm>
          <a:custGeom>
            <a:avLst/>
            <a:gdLst/>
            <a:ahLst/>
            <a:cxnLst/>
            <a:rect r="r" b="b" t="t" l="l"/>
            <a:pathLst>
              <a:path h="8229600" w="9569302">
                <a:moveTo>
                  <a:pt x="0" y="0"/>
                </a:moveTo>
                <a:lnTo>
                  <a:pt x="9569302" y="0"/>
                </a:lnTo>
                <a:lnTo>
                  <a:pt x="95693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44353" y="-498655"/>
            <a:ext cx="4090976" cy="3339724"/>
          </a:xfrm>
          <a:custGeom>
            <a:avLst/>
            <a:gdLst/>
            <a:ahLst/>
            <a:cxnLst/>
            <a:rect r="r" b="b" t="t" l="l"/>
            <a:pathLst>
              <a:path h="3339724" w="4090976">
                <a:moveTo>
                  <a:pt x="0" y="0"/>
                </a:moveTo>
                <a:lnTo>
                  <a:pt x="4090976" y="0"/>
                </a:lnTo>
                <a:lnTo>
                  <a:pt x="4090976" y="3339724"/>
                </a:lnTo>
                <a:lnTo>
                  <a:pt x="0" y="33397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513002">
            <a:off x="12434832" y="-3135657"/>
            <a:ext cx="8516952" cy="7324578"/>
          </a:xfrm>
          <a:custGeom>
            <a:avLst/>
            <a:gdLst/>
            <a:ahLst/>
            <a:cxnLst/>
            <a:rect r="r" b="b" t="t" l="l"/>
            <a:pathLst>
              <a:path h="7324578" w="8516952">
                <a:moveTo>
                  <a:pt x="0" y="0"/>
                </a:moveTo>
                <a:lnTo>
                  <a:pt x="8516951" y="0"/>
                </a:lnTo>
                <a:lnTo>
                  <a:pt x="8516951" y="7324578"/>
                </a:lnTo>
                <a:lnTo>
                  <a:pt x="0" y="73245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512096">
            <a:off x="-3183516" y="5868358"/>
            <a:ext cx="9569302" cy="8229600"/>
          </a:xfrm>
          <a:custGeom>
            <a:avLst/>
            <a:gdLst/>
            <a:ahLst/>
            <a:cxnLst/>
            <a:rect r="r" b="b" t="t" l="l"/>
            <a:pathLst>
              <a:path h="8229600" w="9569302">
                <a:moveTo>
                  <a:pt x="0" y="0"/>
                </a:moveTo>
                <a:lnTo>
                  <a:pt x="9569302" y="0"/>
                </a:lnTo>
                <a:lnTo>
                  <a:pt x="95693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11700" y="3818005"/>
            <a:ext cx="7464601" cy="2384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50"/>
              </a:lnSpc>
              <a:spcBef>
                <a:spcPct val="0"/>
              </a:spcBef>
            </a:pPr>
            <a:r>
              <a:rPr lang="en-US" sz="13964">
                <a:solidFill>
                  <a:srgbClr val="1800AD"/>
                </a:solidFill>
                <a:latin typeface="Gagalin"/>
                <a:ea typeface="Gagalin"/>
                <a:cs typeface="Gagalin"/>
                <a:sym typeface="Gagalin"/>
              </a:rPr>
              <a:t>AERO LINK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BA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86294"/>
            <a:ext cx="18663521" cy="2374954"/>
            <a:chOff x="0" y="0"/>
            <a:chExt cx="4915495" cy="6255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5495" cy="625502"/>
            </a:xfrm>
            <a:custGeom>
              <a:avLst/>
              <a:gdLst/>
              <a:ahLst/>
              <a:cxnLst/>
              <a:rect r="r" b="b" t="t" l="l"/>
              <a:pathLst>
                <a:path h="625502" w="4915495">
                  <a:moveTo>
                    <a:pt x="0" y="0"/>
                  </a:moveTo>
                  <a:lnTo>
                    <a:pt x="4915495" y="0"/>
                  </a:lnTo>
                  <a:lnTo>
                    <a:pt x="4915495" y="625502"/>
                  </a:lnTo>
                  <a:lnTo>
                    <a:pt x="0" y="6255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15495" cy="663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93258" y="-22183"/>
            <a:ext cx="4270772" cy="187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50"/>
              </a:lnSpc>
              <a:spcBef>
                <a:spcPct val="0"/>
              </a:spcBef>
            </a:pPr>
            <a:r>
              <a:rPr lang="en-US" sz="10964">
                <a:solidFill>
                  <a:srgbClr val="1800AD"/>
                </a:solidFill>
                <a:latin typeface="Gagalin"/>
                <a:ea typeface="Gagalin"/>
                <a:cs typeface="Gagalin"/>
                <a:sym typeface="Gagalin"/>
              </a:rPr>
              <a:t>EQUIPE: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6831" y="2712862"/>
            <a:ext cx="7017324" cy="6152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257639" indent="-628820" lvl="1">
              <a:lnSpc>
                <a:spcPts val="8155"/>
              </a:lnSpc>
              <a:buFont typeface="Arial"/>
              <a:buChar char="•"/>
            </a:pPr>
            <a:r>
              <a:rPr lang="en-US" sz="5825">
                <a:solidFill>
                  <a:srgbClr val="1800AD"/>
                </a:solidFill>
                <a:latin typeface="Gagalin"/>
                <a:ea typeface="Gagalin"/>
                <a:cs typeface="Gagalin"/>
                <a:sym typeface="Gagalin"/>
              </a:rPr>
              <a:t>Andreza pinheiro</a:t>
            </a:r>
          </a:p>
          <a:p>
            <a:pPr algn="just" marL="1257639" indent="-628820" lvl="1">
              <a:lnSpc>
                <a:spcPts val="8155"/>
              </a:lnSpc>
              <a:buFont typeface="Arial"/>
              <a:buChar char="•"/>
            </a:pPr>
            <a:r>
              <a:rPr lang="en-US" sz="5825">
                <a:solidFill>
                  <a:srgbClr val="1800AD"/>
                </a:solidFill>
                <a:latin typeface="Gagalin"/>
                <a:ea typeface="Gagalin"/>
                <a:cs typeface="Gagalin"/>
                <a:sym typeface="Gagalin"/>
              </a:rPr>
              <a:t>Gabriel Caua </a:t>
            </a:r>
          </a:p>
          <a:p>
            <a:pPr algn="just" marL="1257639" indent="-628820" lvl="1">
              <a:lnSpc>
                <a:spcPts val="8155"/>
              </a:lnSpc>
              <a:buFont typeface="Arial"/>
              <a:buChar char="•"/>
            </a:pPr>
            <a:r>
              <a:rPr lang="en-US" sz="5825">
                <a:solidFill>
                  <a:srgbClr val="1800AD"/>
                </a:solidFill>
                <a:latin typeface="Gagalin"/>
                <a:ea typeface="Gagalin"/>
                <a:cs typeface="Gagalin"/>
                <a:sym typeface="Gagalin"/>
              </a:rPr>
              <a:t>George Rafha</a:t>
            </a:r>
          </a:p>
          <a:p>
            <a:pPr algn="just" marL="1257639" indent="-628820" lvl="1">
              <a:lnSpc>
                <a:spcPts val="8155"/>
              </a:lnSpc>
              <a:buFont typeface="Arial"/>
              <a:buChar char="•"/>
            </a:pPr>
            <a:r>
              <a:rPr lang="en-US" sz="5825">
                <a:solidFill>
                  <a:srgbClr val="1800AD"/>
                </a:solidFill>
                <a:latin typeface="Gagalin"/>
                <a:ea typeface="Gagalin"/>
                <a:cs typeface="Gagalin"/>
                <a:sym typeface="Gagalin"/>
              </a:rPr>
              <a:t>Ícaro Sancho</a:t>
            </a:r>
          </a:p>
          <a:p>
            <a:pPr algn="just" marL="1257639" indent="-628820" lvl="1">
              <a:lnSpc>
                <a:spcPts val="8155"/>
              </a:lnSpc>
              <a:buFont typeface="Arial"/>
              <a:buChar char="•"/>
            </a:pPr>
            <a:r>
              <a:rPr lang="en-US" sz="5825">
                <a:solidFill>
                  <a:srgbClr val="1800AD"/>
                </a:solidFill>
                <a:latin typeface="Gagalin"/>
                <a:ea typeface="Gagalin"/>
                <a:cs typeface="Gagalin"/>
                <a:sym typeface="Gagalin"/>
              </a:rPr>
              <a:t>Mario Roberto</a:t>
            </a:r>
          </a:p>
          <a:p>
            <a:pPr algn="just" marL="1257639" indent="-628820" lvl="1">
              <a:lnSpc>
                <a:spcPts val="8155"/>
              </a:lnSpc>
              <a:buFont typeface="Arial"/>
              <a:buChar char="•"/>
            </a:pPr>
            <a:r>
              <a:rPr lang="en-US" sz="5825">
                <a:solidFill>
                  <a:srgbClr val="1800AD"/>
                </a:solidFill>
                <a:latin typeface="Gagalin"/>
                <a:ea typeface="Gagalin"/>
                <a:cs typeface="Gagalin"/>
                <a:sym typeface="Gagalin"/>
              </a:rPr>
              <a:t>Miguel Chagas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96818" y="5598238"/>
            <a:ext cx="9569302" cy="8229600"/>
          </a:xfrm>
          <a:custGeom>
            <a:avLst/>
            <a:gdLst/>
            <a:ahLst/>
            <a:cxnLst/>
            <a:rect r="r" b="b" t="t" l="l"/>
            <a:pathLst>
              <a:path h="8229600" w="9569302">
                <a:moveTo>
                  <a:pt x="0" y="0"/>
                </a:moveTo>
                <a:lnTo>
                  <a:pt x="9569303" y="0"/>
                </a:lnTo>
                <a:lnTo>
                  <a:pt x="956930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0909770" y="-4114800"/>
            <a:ext cx="9569302" cy="8229600"/>
          </a:xfrm>
          <a:custGeom>
            <a:avLst/>
            <a:gdLst/>
            <a:ahLst/>
            <a:cxnLst/>
            <a:rect r="r" b="b" t="t" l="l"/>
            <a:pathLst>
              <a:path h="8229600" w="9569302">
                <a:moveTo>
                  <a:pt x="0" y="0"/>
                </a:moveTo>
                <a:lnTo>
                  <a:pt x="9569303" y="0"/>
                </a:lnTo>
                <a:lnTo>
                  <a:pt x="956930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992594" y="6728189"/>
            <a:ext cx="9569302" cy="8229600"/>
          </a:xfrm>
          <a:custGeom>
            <a:avLst/>
            <a:gdLst/>
            <a:ahLst/>
            <a:cxnLst/>
            <a:rect r="r" b="b" t="t" l="l"/>
            <a:pathLst>
              <a:path h="8229600" w="9569302">
                <a:moveTo>
                  <a:pt x="0" y="0"/>
                </a:moveTo>
                <a:lnTo>
                  <a:pt x="9569302" y="0"/>
                </a:lnTo>
                <a:lnTo>
                  <a:pt x="95693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922099" y="281774"/>
            <a:ext cx="12703886" cy="1582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  <a:spcBef>
                <a:spcPct val="0"/>
              </a:spcBef>
            </a:pPr>
            <a:r>
              <a:rPr lang="en-US" sz="9200">
                <a:solidFill>
                  <a:srgbClr val="1800AD"/>
                </a:solidFill>
                <a:latin typeface="Gagalin"/>
                <a:ea typeface="Gagalin"/>
                <a:cs typeface="Gagalin"/>
                <a:sym typeface="Gagalin"/>
              </a:rPr>
              <a:t>RESERVA DE VOOS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323491"/>
            <a:ext cx="12453679" cy="4975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2"/>
              </a:lnSpc>
              <a:spcBef>
                <a:spcPct val="0"/>
              </a:spcBef>
            </a:pPr>
            <a:r>
              <a:rPr lang="en-US" sz="3994">
                <a:solidFill>
                  <a:srgbClr val="1800AD"/>
                </a:solidFill>
                <a:latin typeface="Codec Pro"/>
                <a:ea typeface="Codec Pro"/>
                <a:cs typeface="Codec Pro"/>
                <a:sym typeface="Codec Pro"/>
              </a:rPr>
              <a:t>Uma companhia aérea gerencia clientes e reservas. Clientes fazem reservas de voos específicos, informando assentos, classe e valor etc. Cada reserva registrada tipo, trecho, tempo estimado e status. Voos possuem aeroportos de origem e de destino. Cada reserva é ligada apenas  um voo. Um cliente pode fazder várias reservas.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DAG0mOT0eEI</dc:identifier>
  <dcterms:modified xsi:type="dcterms:W3CDTF">2011-08-01T06:04:30Z</dcterms:modified>
  <cp:revision>1</cp:revision>
  <dc:title>RESERVA DE VOOS</dc:title>
</cp:coreProperties>
</file>